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6A382C-0EC0-4974-8D85-933F9763BCB3}" v="1" dt="2026-03-31T10:24:24.7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 THAPPETLA" userId="c67b4dd477351864" providerId="LiveId" clId="{5B43587E-C9F4-42E3-A8E7-4EBB0A371438}"/>
    <pc:docChg chg="custSel modSld">
      <pc:chgData name="VENKAT THAPPETLA" userId="c67b4dd477351864" providerId="LiveId" clId="{5B43587E-C9F4-42E3-A8E7-4EBB0A371438}" dt="2026-03-31T14:02:57.229" v="18" actId="20577"/>
      <pc:docMkLst>
        <pc:docMk/>
      </pc:docMkLst>
      <pc:sldChg chg="modSp mod">
        <pc:chgData name="VENKAT THAPPETLA" userId="c67b4dd477351864" providerId="LiveId" clId="{5B43587E-C9F4-42E3-A8E7-4EBB0A371438}" dt="2026-03-31T14:02:21.874" v="8" actId="14100"/>
        <pc:sldMkLst>
          <pc:docMk/>
          <pc:sldMk cId="2222689185" sldId="256"/>
        </pc:sldMkLst>
        <pc:spChg chg="mod">
          <ac:chgData name="VENKAT THAPPETLA" userId="c67b4dd477351864" providerId="LiveId" clId="{5B43587E-C9F4-42E3-A8E7-4EBB0A371438}" dt="2026-03-31T10:24:31.284" v="3" actId="20577"/>
          <ac:spMkLst>
            <pc:docMk/>
            <pc:sldMk cId="2222689185" sldId="256"/>
            <ac:spMk id="2" creationId="{3B334844-CF2F-4316-A432-8A64DE68CA20}"/>
          </ac:spMkLst>
        </pc:spChg>
        <pc:spChg chg="mod">
          <ac:chgData name="VENKAT THAPPETLA" userId="c67b4dd477351864" providerId="LiveId" clId="{5B43587E-C9F4-42E3-A8E7-4EBB0A371438}" dt="2026-03-31T14:02:21.874" v="8" actId="14100"/>
          <ac:spMkLst>
            <pc:docMk/>
            <pc:sldMk cId="2222689185" sldId="256"/>
            <ac:spMk id="3" creationId="{6B781A13-0ACF-BC45-A41A-541D1D0CBE44}"/>
          </ac:spMkLst>
        </pc:spChg>
      </pc:sldChg>
      <pc:sldChg chg="modSp mod">
        <pc:chgData name="VENKAT THAPPETLA" userId="c67b4dd477351864" providerId="LiveId" clId="{5B43587E-C9F4-42E3-A8E7-4EBB0A371438}" dt="2026-03-31T14:02:57.229" v="18" actId="20577"/>
        <pc:sldMkLst>
          <pc:docMk/>
          <pc:sldMk cId="1262303357" sldId="257"/>
        </pc:sldMkLst>
        <pc:spChg chg="mod">
          <ac:chgData name="VENKAT THAPPETLA" userId="c67b4dd477351864" providerId="LiveId" clId="{5B43587E-C9F4-42E3-A8E7-4EBB0A371438}" dt="2026-03-31T14:02:57.229" v="18" actId="20577"/>
          <ac:spMkLst>
            <pc:docMk/>
            <pc:sldMk cId="1262303357" sldId="257"/>
            <ac:spMk id="2" creationId="{E6FA50FB-219E-37BC-A3DE-94327DAD7F8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3161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865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338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92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44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075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513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10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38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866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153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210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312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840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991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595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739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0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C9A17D8-4B01-4149-9739-8F80AA8FF701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519CC00-E05A-4F7B-8505-D50F843198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75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34844-CF2F-4316-A432-8A64DE68C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371" y="163286"/>
            <a:ext cx="10406743" cy="4277202"/>
          </a:xfrm>
        </p:spPr>
        <p:txBody>
          <a:bodyPr>
            <a:normAutofit/>
          </a:bodyPr>
          <a:lstStyle/>
          <a:p>
            <a:r>
              <a:rPr lang="en-US" dirty="0"/>
              <a:t>Climate Scope: Weather Analysis &amp; Risk Dashboard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781A13-0ACF-BC45-A41A-541D1D0CB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70313" y="4942115"/>
            <a:ext cx="2035629" cy="1047928"/>
          </a:xfrm>
        </p:spPr>
        <p:txBody>
          <a:bodyPr>
            <a:normAutofit lnSpcReduction="10000"/>
          </a:bodyPr>
          <a:lstStyle/>
          <a:p>
            <a:r>
              <a:rPr lang="en-US" sz="1800" b="1" u="sng" dirty="0"/>
              <a:t>Presented by:</a:t>
            </a:r>
            <a:br>
              <a:rPr lang="en-US" sz="1800" dirty="0"/>
            </a:br>
            <a:r>
              <a:rPr lang="en-US" sz="1800" dirty="0"/>
              <a:t>Venkat </a:t>
            </a:r>
            <a:r>
              <a:rPr lang="en-US" sz="1800" dirty="0" err="1"/>
              <a:t>ThAppetla</a:t>
            </a:r>
            <a:br>
              <a:rPr lang="en-US" sz="1800" dirty="0"/>
            </a:br>
            <a:r>
              <a:rPr lang="en-US" sz="1800" dirty="0"/>
              <a:t>Intern </a:t>
            </a:r>
            <a:endParaRPr lang="en-IN" sz="18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E1F26-DDF9-09C0-9193-28BF18FC918A}"/>
              </a:ext>
            </a:extLst>
          </p:cNvPr>
          <p:cNvSpPr txBox="1"/>
          <p:nvPr/>
        </p:nvSpPr>
        <p:spPr>
          <a:xfrm>
            <a:off x="7750629" y="4789714"/>
            <a:ext cx="21771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Presented To:</a:t>
            </a:r>
            <a:br>
              <a:rPr lang="en-US" b="1" u="sng" dirty="0"/>
            </a:br>
            <a:r>
              <a:rPr lang="en-US" dirty="0"/>
              <a:t>N. Shanmukha Priya</a:t>
            </a:r>
            <a:br>
              <a:rPr lang="en-US" dirty="0"/>
            </a:br>
            <a:r>
              <a:rPr lang="en-US" dirty="0"/>
              <a:t>Data Scientist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68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A50FB-219E-37BC-A3DE-94327DAD7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10515600" cy="1325563"/>
          </a:xfrm>
        </p:spPr>
        <p:txBody>
          <a:bodyPr/>
          <a:lstStyle/>
          <a:p>
            <a:r>
              <a:rPr lang="en-IN" dirty="0"/>
              <a:t>2: Problems Faced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F2E1FAE-DCA4-605A-7FE5-21AFBAB69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44170"/>
            <a:ext cx="795745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data is large and complex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Difficult to identify patterns manually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simple way to measure climate risk </a:t>
            </a:r>
          </a:p>
        </p:txBody>
      </p:sp>
    </p:spTree>
    <p:extLst>
      <p:ext uri="{BB962C8B-B14F-4D97-AF65-F5344CB8AC3E}">
        <p14:creationId xmlns:p14="http://schemas.microsoft.com/office/powerpoint/2010/main" val="1262303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86B2-C349-6439-9F9E-F3CE2DC06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07218"/>
          </a:xfrm>
        </p:spPr>
        <p:txBody>
          <a:bodyPr/>
          <a:lstStyle/>
          <a:p>
            <a:r>
              <a:rPr lang="en-IN" dirty="0"/>
              <a:t>3:Project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5913D-BB1A-E2A1-3348-EC1B4A310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2385"/>
            <a:ext cx="8893629" cy="2463346"/>
          </a:xfrm>
        </p:spPr>
        <p:txBody>
          <a:bodyPr/>
          <a:lstStyle/>
          <a:p>
            <a:r>
              <a:rPr lang="en-US" dirty="0"/>
              <a:t>Analyze global weather data </a:t>
            </a:r>
          </a:p>
          <a:p>
            <a:r>
              <a:rPr lang="en-US" dirty="0"/>
              <a:t>Identify trends and patterns </a:t>
            </a:r>
          </a:p>
          <a:p>
            <a:r>
              <a:rPr lang="en-US" dirty="0"/>
              <a:t>Detect extreme weather events </a:t>
            </a:r>
          </a:p>
          <a:p>
            <a:r>
              <a:rPr lang="en-US" dirty="0"/>
              <a:t>Build an interactive dashboard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5278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E79FB-92C5-8F8C-A1D1-C4AF2AB80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4:Data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75E82-4A04-29F9-522F-344C9E955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9064"/>
            <a:ext cx="10515600" cy="3258004"/>
          </a:xfrm>
        </p:spPr>
        <p:txBody>
          <a:bodyPr/>
          <a:lstStyle/>
          <a:p>
            <a:r>
              <a:rPr lang="en-US" dirty="0"/>
              <a:t>Source: Kaggle Global Weather Dataset </a:t>
            </a:r>
          </a:p>
          <a:p>
            <a:r>
              <a:rPr lang="en-US" dirty="0"/>
              <a:t>Daily global weather data 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Temperature </a:t>
            </a:r>
          </a:p>
          <a:p>
            <a:r>
              <a:rPr lang="en-US" dirty="0"/>
              <a:t>Rainfall </a:t>
            </a:r>
          </a:p>
          <a:p>
            <a:r>
              <a:rPr lang="en-US" dirty="0"/>
              <a:t>Wind Speed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464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1A11-F47F-581D-3952-1144226E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5: What I Built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82CE4-4DFB-B62A-3D0A-430714610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97768"/>
            <a:ext cx="10515600" cy="2877004"/>
          </a:xfrm>
        </p:spPr>
        <p:txBody>
          <a:bodyPr/>
          <a:lstStyle/>
          <a:p>
            <a:r>
              <a:rPr lang="en-US" dirty="0"/>
              <a:t>Interactive dashboard </a:t>
            </a:r>
          </a:p>
          <a:p>
            <a:r>
              <a:rPr lang="en-US" dirty="0"/>
              <a:t>Risk scoring system </a:t>
            </a:r>
          </a:p>
          <a:p>
            <a:r>
              <a:rPr lang="en-US" dirty="0"/>
              <a:t>Data visualizations for analysis </a:t>
            </a:r>
          </a:p>
          <a:p>
            <a:r>
              <a:rPr lang="en-US" b="1" dirty="0"/>
              <a:t>Outcome:</a:t>
            </a:r>
            <a:br>
              <a:rPr lang="en-US" dirty="0"/>
            </a:br>
            <a:r>
              <a:rPr lang="en-US" dirty="0"/>
              <a:t>A system that converts raw data into meaningful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2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93277-498E-1CB8-EFE3-0037B7657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7" y="354239"/>
            <a:ext cx="10515600" cy="1325563"/>
          </a:xfrm>
        </p:spPr>
        <p:txBody>
          <a:bodyPr/>
          <a:lstStyle/>
          <a:p>
            <a:r>
              <a:rPr lang="en-IN" dirty="0"/>
              <a:t>6: Dashboard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5ED37-86F5-1C6B-A3CC-C3B799072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992085"/>
            <a:ext cx="5671457" cy="4130449"/>
          </a:xfrm>
        </p:spPr>
        <p:txBody>
          <a:bodyPr/>
          <a:lstStyle/>
          <a:p>
            <a:r>
              <a:rPr lang="en-US" dirty="0"/>
              <a:t>User-friendly interface </a:t>
            </a:r>
          </a:p>
          <a:p>
            <a:r>
              <a:rPr lang="en-US" dirty="0"/>
              <a:t>Interactive filters </a:t>
            </a:r>
          </a:p>
          <a:p>
            <a:r>
              <a:rPr lang="en-US" dirty="0"/>
              <a:t>Multiple visualizations </a:t>
            </a:r>
          </a:p>
          <a:p>
            <a:r>
              <a:rPr lang="en-US" b="1" dirty="0"/>
              <a:t>Features:</a:t>
            </a:r>
            <a:endParaRPr lang="en-US" dirty="0"/>
          </a:p>
          <a:p>
            <a:r>
              <a:rPr lang="en-US" dirty="0"/>
              <a:t>Real-time exploration </a:t>
            </a:r>
          </a:p>
          <a:p>
            <a:r>
              <a:rPr lang="en-US" dirty="0"/>
              <a:t>Easy comparison between regions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F9F1FB-83DF-F199-1F36-26BA9F0FA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72" y="1992085"/>
            <a:ext cx="5889171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4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AFF95-FBF8-D530-4739-FFF088E6D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7:Dashboard Sections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3815AC8-4179-E780-69EC-9B773140F8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9190"/>
            <a:ext cx="736962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Overview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Rainfall &amp; Wind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Extreme Events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Score </a:t>
            </a:r>
          </a:p>
        </p:txBody>
      </p:sp>
    </p:spTree>
    <p:extLst>
      <p:ext uri="{BB962C8B-B14F-4D97-AF65-F5344CB8AC3E}">
        <p14:creationId xmlns:p14="http://schemas.microsoft.com/office/powerpoint/2010/main" val="336644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25944-E73D-3674-9968-9F3E8293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3725"/>
            <a:ext cx="10515600" cy="1477328"/>
          </a:xfrm>
        </p:spPr>
        <p:txBody>
          <a:bodyPr/>
          <a:lstStyle/>
          <a:p>
            <a:r>
              <a:rPr lang="en-IN" dirty="0"/>
              <a:t>8:Key Insights Found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5117BA-54E6-57DB-4671-915B7DC0AA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690336"/>
            <a:ext cx="74349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 is increasing over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risk is increasing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regions are more vulnerable </a:t>
            </a:r>
          </a:p>
        </p:txBody>
      </p:sp>
    </p:spTree>
    <p:extLst>
      <p:ext uri="{BB962C8B-B14F-4D97-AF65-F5344CB8AC3E}">
        <p14:creationId xmlns:p14="http://schemas.microsoft.com/office/powerpoint/2010/main" val="376237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F5879-1BA9-0783-BFA6-D794029B5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9: Extreme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3489-36C4-AEAF-B414-BE1E712ED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4596"/>
            <a:ext cx="10515600" cy="2637518"/>
          </a:xfrm>
        </p:spPr>
        <p:txBody>
          <a:bodyPr/>
          <a:lstStyle/>
          <a:p>
            <a:r>
              <a:rPr lang="en-US" dirty="0"/>
              <a:t>Heatwaves (&gt;40°C) </a:t>
            </a:r>
          </a:p>
          <a:p>
            <a:r>
              <a:rPr lang="en-US" dirty="0"/>
              <a:t>Floods (&gt;100 mm rainfall) </a:t>
            </a:r>
          </a:p>
          <a:p>
            <a:r>
              <a:rPr lang="en-US" dirty="0"/>
              <a:t>Storms (&gt;60 kph wind) </a:t>
            </a:r>
          </a:p>
          <a:p>
            <a:r>
              <a:rPr lang="en-US" b="1" dirty="0"/>
              <a:t>Insight:</a:t>
            </a:r>
            <a:br>
              <a:rPr lang="en-US" dirty="0"/>
            </a:br>
            <a:r>
              <a:rPr lang="en-US" dirty="0"/>
              <a:t>Extreme events are becoming more frequent.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855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64708-713C-782E-4A3B-19EF05ED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10: Risk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2A0896-BE7C-8C63-D718-1C53D10F93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48230"/>
            <a:ext cx="87630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varies across regions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High-risk areas identified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trend is increasing over time </a:t>
            </a:r>
          </a:p>
        </p:txBody>
      </p:sp>
    </p:spTree>
    <p:extLst>
      <p:ext uri="{BB962C8B-B14F-4D97-AF65-F5344CB8AC3E}">
        <p14:creationId xmlns:p14="http://schemas.microsoft.com/office/powerpoint/2010/main" val="21956293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225D-878F-B9C9-CC28-F460630F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11: 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6EA3F46-A535-CD5F-26B1-87FAD07047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12950"/>
            <a:ext cx="664028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Disaster management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Agricultural planning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Climate awareness </a:t>
            </a:r>
          </a:p>
        </p:txBody>
      </p:sp>
    </p:spTree>
    <p:extLst>
      <p:ext uri="{BB962C8B-B14F-4D97-AF65-F5344CB8AC3E}">
        <p14:creationId xmlns:p14="http://schemas.microsoft.com/office/powerpoint/2010/main" val="1517709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A90A-5E77-D9ED-555E-0CB210652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12: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5CCE0-6D06-2450-25BE-3D903C476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2"/>
            <a:ext cx="10515600" cy="2746375"/>
          </a:xfrm>
        </p:spPr>
        <p:txBody>
          <a:bodyPr/>
          <a:lstStyle/>
          <a:p>
            <a:r>
              <a:rPr lang="en-US" dirty="0"/>
              <a:t>Built an interactive climate dashboard </a:t>
            </a:r>
          </a:p>
          <a:p>
            <a:r>
              <a:rPr lang="en-US" dirty="0"/>
              <a:t>Identified global weather trends </a:t>
            </a:r>
          </a:p>
          <a:p>
            <a:r>
              <a:rPr lang="en-US" dirty="0"/>
              <a:t>Developed a simple risk scoring model </a:t>
            </a:r>
          </a:p>
          <a:p>
            <a:r>
              <a:rPr lang="en-US" b="1" dirty="0"/>
              <a:t>Final Statement:</a:t>
            </a:r>
            <a:br>
              <a:rPr lang="en-US" dirty="0"/>
            </a:br>
            <a:r>
              <a:rPr lang="en-US" dirty="0"/>
              <a:t>Data-driven insights help in better climate understanding.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134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BB68-9BFE-7249-13F5-BD1669485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9944" y="2090058"/>
            <a:ext cx="7141028" cy="2188028"/>
          </a:xfrm>
        </p:spPr>
        <p:txBody>
          <a:bodyPr>
            <a:normAutofit/>
          </a:bodyPr>
          <a:lstStyle/>
          <a:p>
            <a:r>
              <a:rPr lang="en-IN" sz="8000" b="1" dirty="0"/>
              <a:t>        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9259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4</TotalTime>
  <Words>261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Impact</vt:lpstr>
      <vt:lpstr>Main Event</vt:lpstr>
      <vt:lpstr>Climate Scope: Weather Analysis &amp; Risk Dashboard</vt:lpstr>
      <vt:lpstr>2: Problems Faced</vt:lpstr>
      <vt:lpstr>3:Project Objective </vt:lpstr>
      <vt:lpstr>4:Data Used</vt:lpstr>
      <vt:lpstr>5: What I Built </vt:lpstr>
      <vt:lpstr>6: Dashboard Overview</vt:lpstr>
      <vt:lpstr>7:Dashboard Sections</vt:lpstr>
      <vt:lpstr>8:Key Insights Found</vt:lpstr>
      <vt:lpstr>9: Extreme Events</vt:lpstr>
      <vt:lpstr>10: Risk Analysis</vt:lpstr>
      <vt:lpstr>11: Applications</vt:lpstr>
      <vt:lpstr>12: Conclusion</vt:lpstr>
      <vt:lpstr>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THAPPETLA</dc:creator>
  <cp:lastModifiedBy>VENKAT THAPPETLA</cp:lastModifiedBy>
  <cp:revision>1</cp:revision>
  <dcterms:created xsi:type="dcterms:W3CDTF">2026-03-31T10:21:19Z</dcterms:created>
  <dcterms:modified xsi:type="dcterms:W3CDTF">2026-03-31T14:03:06Z</dcterms:modified>
</cp:coreProperties>
</file>