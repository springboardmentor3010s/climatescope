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Milestone 1: Data Preparation &amp; Initial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Global Weather Repository Dataset</a:t>
            </a:r>
          </a:p>
          <a:p>
            <a:r>
              <a:t>Preprocessing &amp; Initial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Global Weather Repository (Kaggle)</a:t>
            </a:r>
          </a:p>
          <a:p>
            <a:pPr lvl="1"/>
            <a:r>
              <a:t>Contains historical weather data across multiple locations</a:t>
            </a:r>
          </a:p>
          <a:p>
            <a:pPr lvl="1"/>
            <a:r>
              <a:t>Includes variables such as temperature, humidity, wind speed, and precipitation</a:t>
            </a:r>
          </a:p>
          <a:p>
            <a:pPr lvl="1"/>
            <a:r>
              <a:t>Raw spreadsheet used as the primary data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environment configured for data analysis</a:t>
            </a:r>
          </a:p>
          <a:p>
            <a:pPr lvl="1"/>
            <a:r>
              <a:t>Libraries used: Pandas, NumPy, Matplotlib/Seaborn</a:t>
            </a:r>
          </a:p>
          <a:p>
            <a:pPr lvl="1"/>
            <a:r>
              <a:t>Raw Excel dataset imported for preprocessing</a:t>
            </a:r>
          </a:p>
          <a:p>
            <a:pPr lvl="1"/>
            <a:r>
              <a:t>Structured workflow followed for reproducibility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Inspection &amp;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dataset structure and dimensions</a:t>
            </a:r>
          </a:p>
          <a:p>
            <a:pPr lvl="1"/>
            <a:r>
              <a:t>Reviewed column names and data types</a:t>
            </a:r>
          </a:p>
          <a:p>
            <a:pPr lvl="1"/>
            <a:r>
              <a:t>Identified key weather-related variables</a:t>
            </a:r>
          </a:p>
          <a:p>
            <a:pPr lvl="1"/>
            <a:r>
              <a:t>Verified date/time formats and location attributes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Values &amp; Data Quality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missing and null values in multiple columns</a:t>
            </a:r>
          </a:p>
          <a:p>
            <a:pPr lvl="1"/>
            <a:r>
              <a:t>Detected inconsistent or invalid entries</a:t>
            </a:r>
          </a:p>
          <a:p>
            <a:pPr lvl="1"/>
            <a:r>
              <a:t>Checked data coverage across time and locations</a:t>
            </a:r>
          </a:p>
          <a:p>
            <a:pPr lvl="1"/>
            <a:r>
              <a:t>Flagged anomalies and outliers for correction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 using appropriate techniques</a:t>
            </a:r>
          </a:p>
          <a:p>
            <a:pPr lvl="1"/>
            <a:r>
              <a:t>Removed or corrected inconsistent records</a:t>
            </a:r>
          </a:p>
          <a:p>
            <a:pPr lvl="1"/>
            <a:r>
              <a:t>Converted data types where required</a:t>
            </a:r>
          </a:p>
          <a:p>
            <a:pPr lvl="1"/>
            <a:r>
              <a:t>Ensured uniform formatting across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units to maintain consistency</a:t>
            </a:r>
          </a:p>
          <a:p>
            <a:pPr lvl="1"/>
            <a:r>
              <a:t>Normalized selected numerical variables</a:t>
            </a:r>
          </a:p>
          <a:p>
            <a:pPr lvl="1"/>
            <a:r>
              <a:t>Aggregated data where necessary (e.g., daily to monthly averages)</a:t>
            </a:r>
          </a:p>
          <a:p>
            <a:pPr lvl="1"/>
            <a:r>
              <a:t>Filtered relevant records for analysis readiness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 &amp;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Cleaned and preprocessed dataset</a:t>
            </a:r>
          </a:p>
          <a:p>
            <a:pPr lvl="1"/>
            <a:r>
              <a:t>Summary of data schema and key variables</a:t>
            </a:r>
          </a:p>
          <a:p>
            <a:pPr lvl="1"/>
            <a:r>
              <a:t>Identification of data quality issues</a:t>
            </a:r>
          </a:p>
          <a:p>
            <a:pPr lvl="1"/>
            <a:r>
              <a:t>Dataset ready for further analysis and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