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notesMasterIdLst>
    <p:notesMasterId r:id="rId12"/>
  </p:notesMasterIdLst>
  <p:sldIdLst>
    <p:sldId id="256" r:id="rId2"/>
    <p:sldId id="257" r:id="rId3"/>
    <p:sldId id="258" r:id="rId4"/>
    <p:sldId id="266" r:id="rId5"/>
    <p:sldId id="259" r:id="rId6"/>
    <p:sldId id="267" r:id="rId7"/>
    <p:sldId id="270" r:id="rId8"/>
    <p:sldId id="268" r:id="rId9"/>
    <p:sldId id="269" r:id="rId10"/>
    <p:sldId id="271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B153FB73-C67D-49C5-BB03-EB818DA79293}">
          <p14:sldIdLst>
            <p14:sldId id="256"/>
            <p14:sldId id="257"/>
            <p14:sldId id="258"/>
            <p14:sldId id="266"/>
            <p14:sldId id="259"/>
            <p14:sldId id="267"/>
            <p14:sldId id="270"/>
            <p14:sldId id="268"/>
            <p14:sldId id="269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24" y="-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4361A-F503-4F8F-9F15-1A46001E4C7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137DF6-67D7-4A4C-8487-252186B14B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096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137DF6-67D7-4A4C-8487-252186B14B7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25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698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768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871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667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341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728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838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264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462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918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9414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1156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0584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0289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6440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38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454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7878" y="580775"/>
            <a:ext cx="7086600" cy="2007403"/>
          </a:xfrm>
        </p:spPr>
        <p:txBody>
          <a:bodyPr>
            <a:normAutofit/>
          </a:bodyPr>
          <a:lstStyle/>
          <a:p>
            <a:r>
              <a:rPr lang="en-IN" sz="4000" b="1" u="sng" dirty="0"/>
              <a:t>1.</a:t>
            </a:r>
            <a:r>
              <a:rPr sz="4000" b="1" u="sng"/>
              <a:t>ClimateScope: </a:t>
            </a:r>
            <a:r>
              <a:rPr sz="4000" b="1" u="sng" dirty="0"/>
              <a:t>Visualizing Global Weather Trends and Extreme Events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81743" y="2841171"/>
            <a:ext cx="8186057" cy="1175657"/>
          </a:xfrm>
        </p:spPr>
        <p:txBody>
          <a:bodyPr>
            <a:normAutofit/>
          </a:bodyPr>
          <a:lstStyle/>
          <a:p>
            <a:endParaRPr lang="en-IN" dirty="0"/>
          </a:p>
          <a:p>
            <a:r>
              <a:rPr sz="2400" dirty="0"/>
              <a:t>Milestone 1 – Data </a:t>
            </a:r>
            <a:r>
              <a:rPr lang="en-IN" sz="2400" dirty="0"/>
              <a:t>Cleaning &amp; Preprocessing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2F5B19-795E-EE87-0A74-FE7D39462B9F}"/>
              </a:ext>
            </a:extLst>
          </p:cNvPr>
          <p:cNvSpPr txBox="1"/>
          <p:nvPr/>
        </p:nvSpPr>
        <p:spPr>
          <a:xfrm>
            <a:off x="987878" y="4931232"/>
            <a:ext cx="33636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Presented by :-</a:t>
            </a:r>
          </a:p>
          <a:p>
            <a:r>
              <a:rPr lang="en-IN" dirty="0"/>
              <a:t>Venkat </a:t>
            </a:r>
            <a:r>
              <a:rPr lang="en-IN" dirty="0" err="1"/>
              <a:t>Thappetla</a:t>
            </a:r>
            <a:endParaRPr lang="en-IN" dirty="0"/>
          </a:p>
          <a:p>
            <a:r>
              <a:rPr lang="en-IN" dirty="0"/>
              <a:t>Intern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0B26FD-6912-09EE-FDB3-49C1FCED89FF}"/>
              </a:ext>
            </a:extLst>
          </p:cNvPr>
          <p:cNvSpPr txBox="1"/>
          <p:nvPr/>
        </p:nvSpPr>
        <p:spPr>
          <a:xfrm>
            <a:off x="6106886" y="4931231"/>
            <a:ext cx="30371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Presented To :-</a:t>
            </a:r>
          </a:p>
          <a:p>
            <a:r>
              <a:rPr lang="en-IN" dirty="0"/>
              <a:t>Shanmukha Priya </a:t>
            </a:r>
          </a:p>
          <a:p>
            <a:r>
              <a:rPr lang="en-IN" dirty="0"/>
              <a:t>Data Scientist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793" y="593726"/>
            <a:ext cx="7886700" cy="1325563"/>
          </a:xfrm>
        </p:spPr>
        <p:txBody>
          <a:bodyPr/>
          <a:lstStyle/>
          <a:p>
            <a:r>
              <a:rPr lang="en-IN" b="1" u="sng" dirty="0"/>
              <a:t>2.</a:t>
            </a:r>
            <a:r>
              <a:rPr b="1" u="sng" dirty="0"/>
              <a:t>Project Objective</a:t>
            </a:r>
            <a:r>
              <a:rPr lang="en-IN" b="1" u="sng" dirty="0"/>
              <a:t>:-</a:t>
            </a:r>
            <a:endParaRPr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793" y="2343833"/>
            <a:ext cx="7886700" cy="2696254"/>
          </a:xfrm>
        </p:spPr>
        <p:txBody>
          <a:bodyPr>
            <a:normAutofit/>
          </a:bodyPr>
          <a:lstStyle/>
          <a:p>
            <a:r>
              <a:rPr lang="en-US" dirty="0"/>
              <a:t>Clean and preprocess the Global Weather Repository dataset</a:t>
            </a:r>
          </a:p>
          <a:p>
            <a:r>
              <a:rPr lang="en-US" dirty="0"/>
              <a:t>Analyze global weather trends and extreme events</a:t>
            </a:r>
          </a:p>
          <a:p>
            <a:r>
              <a:rPr lang="en-US" dirty="0"/>
              <a:t>Standardize measurement units</a:t>
            </a:r>
          </a:p>
          <a:p>
            <a:r>
              <a:rPr lang="en-US" dirty="0"/>
              <a:t>Prepare structured data for visualization and modeling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050" y="463097"/>
            <a:ext cx="7886700" cy="1039131"/>
          </a:xfrm>
        </p:spPr>
        <p:txBody>
          <a:bodyPr/>
          <a:lstStyle/>
          <a:p>
            <a:r>
              <a:rPr lang="en-IN" b="1" u="sng" dirty="0"/>
              <a:t>3.Dataset Overview:-</a:t>
            </a:r>
            <a:endParaRPr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1050" y="1894114"/>
            <a:ext cx="7886700" cy="3624943"/>
          </a:xfrm>
        </p:spPr>
        <p:txBody>
          <a:bodyPr>
            <a:normAutofit/>
          </a:bodyPr>
          <a:lstStyle/>
          <a:p>
            <a:r>
              <a:rPr lang="en-US" dirty="0"/>
              <a:t>Source: </a:t>
            </a:r>
            <a:r>
              <a:rPr lang="en-US" b="1" dirty="0"/>
              <a:t>Kaggle – Global Weather Repository</a:t>
            </a:r>
            <a:endParaRPr lang="en-US" dirty="0"/>
          </a:p>
          <a:p>
            <a:r>
              <a:rPr lang="en-US" dirty="0"/>
              <a:t>Global weather observations across multiple countries</a:t>
            </a:r>
          </a:p>
          <a:p>
            <a:r>
              <a:rPr lang="en-US" dirty="0"/>
              <a:t>Includes temperature, humidity, wind, pressure, precipitation, air quality</a:t>
            </a:r>
          </a:p>
          <a:p>
            <a:r>
              <a:rPr lang="en-US" b="1" dirty="0"/>
              <a:t>Dataset Size (Before Preprocessing):</a:t>
            </a:r>
            <a:endParaRPr lang="en-US" dirty="0"/>
          </a:p>
          <a:p>
            <a:r>
              <a:rPr lang="en-US" dirty="0"/>
              <a:t>Rows: </a:t>
            </a:r>
            <a:r>
              <a:rPr lang="en-US" b="1" dirty="0"/>
              <a:t>122,576</a:t>
            </a:r>
            <a:endParaRPr lang="en-US" dirty="0"/>
          </a:p>
          <a:p>
            <a:r>
              <a:rPr lang="en-US" dirty="0"/>
              <a:t>Columns: </a:t>
            </a:r>
            <a:r>
              <a:rPr lang="en-US" b="1" dirty="0"/>
              <a:t>41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DB1F3-91C4-CC85-F55E-F576EA468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679" y="365126"/>
            <a:ext cx="7886700" cy="636360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Code &amp; Output 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AA1398D-6B4B-9A17-7EAB-D5470F67A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593" y="1143287"/>
            <a:ext cx="7786007" cy="201357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u="sng" dirty="0"/>
              <a:t>Code used to load Dataset:</a:t>
            </a:r>
          </a:p>
          <a:p>
            <a:pPr marL="0" indent="0">
              <a:buNone/>
            </a:pPr>
            <a:r>
              <a:rPr lang="en-IN" dirty="0"/>
              <a:t>import pandas as pd</a:t>
            </a:r>
            <a:br>
              <a:rPr lang="en-IN" dirty="0"/>
            </a:br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pd.read_csv</a:t>
            </a:r>
            <a:r>
              <a:rPr lang="en-IN" dirty="0"/>
              <a:t>('GlobalWeatherRepository.csv')</a:t>
            </a:r>
          </a:p>
          <a:p>
            <a:pPr marL="0" indent="0">
              <a:buNone/>
            </a:pPr>
            <a:r>
              <a:rPr lang="en-IN" dirty="0"/>
              <a:t>print("Dataset loaded successfully")</a:t>
            </a:r>
          </a:p>
          <a:p>
            <a:pPr marL="0" indent="0">
              <a:buNone/>
            </a:pPr>
            <a:r>
              <a:rPr lang="en-IN" dirty="0" err="1"/>
              <a:t>df.head</a:t>
            </a:r>
            <a:r>
              <a:rPr lang="en-IN" dirty="0"/>
              <a:t>()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B8B140-021A-5079-42C0-EA916143D6B9}"/>
              </a:ext>
            </a:extLst>
          </p:cNvPr>
          <p:cNvSpPr txBox="1"/>
          <p:nvPr/>
        </p:nvSpPr>
        <p:spPr>
          <a:xfrm>
            <a:off x="628650" y="5068382"/>
            <a:ext cx="5031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249807-D187-F37C-68F8-77E85D0BD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13" y="3876502"/>
            <a:ext cx="8784773" cy="29814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2E207D0-3321-60EC-3419-0E99DE427450}"/>
              </a:ext>
            </a:extLst>
          </p:cNvPr>
          <p:cNvSpPr txBox="1"/>
          <p:nvPr/>
        </p:nvSpPr>
        <p:spPr>
          <a:xfrm>
            <a:off x="519793" y="3298658"/>
            <a:ext cx="1494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Output :-</a:t>
            </a:r>
          </a:p>
        </p:txBody>
      </p:sp>
    </p:spTree>
    <p:extLst>
      <p:ext uri="{BB962C8B-B14F-4D97-AF65-F5344CB8AC3E}">
        <p14:creationId xmlns:p14="http://schemas.microsoft.com/office/powerpoint/2010/main" val="2158772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4.Dataset Inspection:-</a:t>
            </a:r>
            <a:endParaRPr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2327625"/>
            <a:ext cx="8039100" cy="3224090"/>
          </a:xfrm>
        </p:spPr>
        <p:txBody>
          <a:bodyPr>
            <a:normAutofit/>
          </a:bodyPr>
          <a:lstStyle/>
          <a:p>
            <a:r>
              <a:rPr lang="en-IN" dirty="0"/>
              <a:t>Used </a:t>
            </a:r>
            <a:r>
              <a:rPr lang="en-IN" dirty="0" err="1"/>
              <a:t>df.head</a:t>
            </a:r>
            <a:r>
              <a:rPr lang="en-IN" dirty="0"/>
              <a:t>() to preview sample records</a:t>
            </a:r>
          </a:p>
          <a:p>
            <a:r>
              <a:rPr lang="en-IN" dirty="0"/>
              <a:t>Used </a:t>
            </a:r>
            <a:r>
              <a:rPr lang="en-IN" dirty="0" err="1"/>
              <a:t>df.shape</a:t>
            </a:r>
            <a:r>
              <a:rPr lang="en-IN" dirty="0"/>
              <a:t> to check dataset dimensions</a:t>
            </a:r>
          </a:p>
          <a:p>
            <a:r>
              <a:rPr lang="en-IN" dirty="0"/>
              <a:t>Used df.info() to examine data types and non-null counts</a:t>
            </a:r>
          </a:p>
          <a:p>
            <a:r>
              <a:rPr lang="en-IN" dirty="0"/>
              <a:t>Used </a:t>
            </a:r>
            <a:r>
              <a:rPr lang="en-IN" dirty="0" err="1"/>
              <a:t>df.describe</a:t>
            </a:r>
            <a:r>
              <a:rPr lang="en-IN" dirty="0"/>
              <a:t>() for statistical summaries</a:t>
            </a:r>
          </a:p>
          <a:p>
            <a:r>
              <a:rPr lang="en-IN" dirty="0"/>
              <a:t>Used </a:t>
            </a:r>
            <a:r>
              <a:rPr lang="en-IN" dirty="0" err="1"/>
              <a:t>df.isnull</a:t>
            </a:r>
            <a:r>
              <a:rPr lang="en-IN" dirty="0"/>
              <a:t>().sum() to check missing values</a:t>
            </a:r>
          </a:p>
          <a:p>
            <a:r>
              <a:rPr lang="en-IN" b="1" dirty="0"/>
              <a:t>Result:</a:t>
            </a:r>
            <a:r>
              <a:rPr lang="en-IN" dirty="0"/>
              <a:t> No missing values detected.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A6974-F923-7984-4FDD-F14CD8652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72" y="170996"/>
            <a:ext cx="3614058" cy="830489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Code and Output </a:t>
            </a:r>
            <a:r>
              <a:rPr lang="en-IN" dirty="0"/>
              <a:t>:-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7B3025-3B89-1A49-5A3F-2366424ED3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572" y="2062843"/>
            <a:ext cx="4185706" cy="8304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A4656C-97A3-899C-7B81-6A1431E75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372" y="0"/>
            <a:ext cx="3240485" cy="50183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8C43ED-A949-AAD8-E66D-30F2C86DD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2" y="5077938"/>
            <a:ext cx="8931939" cy="166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019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4F103-B2E0-35E6-FB85-5A86228FA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30" y="-1"/>
            <a:ext cx="4846175" cy="1349829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5.Data Quality Verification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A0D41-4FEA-0628-C58B-494B7D75E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812" y="1349828"/>
            <a:ext cx="5112393" cy="4351338"/>
          </a:xfrm>
        </p:spPr>
        <p:txBody>
          <a:bodyPr>
            <a:normAutofit/>
          </a:bodyPr>
          <a:lstStyle/>
          <a:p>
            <a:r>
              <a:rPr lang="en-US" dirty="0"/>
              <a:t>Verified absence of null values</a:t>
            </a:r>
          </a:p>
          <a:p>
            <a:r>
              <a:rPr lang="en-US" dirty="0"/>
              <a:t>Checked duplicate records using </a:t>
            </a:r>
            <a:r>
              <a:rPr lang="en-US" dirty="0" err="1"/>
              <a:t>df.duplicated</a:t>
            </a:r>
            <a:r>
              <a:rPr lang="en-US" dirty="0"/>
              <a:t>().sum()</a:t>
            </a:r>
          </a:p>
          <a:p>
            <a:r>
              <a:rPr lang="en-US" dirty="0"/>
              <a:t>Ensured structural consistency before cleaning</a:t>
            </a:r>
          </a:p>
          <a:p>
            <a:r>
              <a:rPr lang="en-US" b="1" dirty="0"/>
              <a:t>Result:</a:t>
            </a:r>
            <a:r>
              <a:rPr lang="en-US" dirty="0"/>
              <a:t> Dataset confirmed reliable.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5584CC-6250-2809-8F33-2E8730B9B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59" y="4419092"/>
            <a:ext cx="4539562" cy="784280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8E1E79-34A5-A979-3A55-BC5594AC0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0117" y="172125"/>
            <a:ext cx="2815490" cy="651374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69845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E097C-1F46-2EC2-AD29-C006E69E6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2049"/>
            <a:ext cx="7886700" cy="1104859"/>
          </a:xfrm>
        </p:spPr>
        <p:txBody>
          <a:bodyPr/>
          <a:lstStyle/>
          <a:p>
            <a:r>
              <a:rPr lang="en-IN" b="1" dirty="0"/>
              <a:t>6.Data Cleaning  :-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42467-AFE8-4F25-0ECE-6C4419093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9897"/>
            <a:ext cx="7886700" cy="3229337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Unit Standardization</a:t>
            </a:r>
          </a:p>
          <a:p>
            <a:r>
              <a:rPr lang="en-IN" dirty="0"/>
              <a:t>Identified redundant unit-based columns</a:t>
            </a:r>
          </a:p>
          <a:p>
            <a:pPr lvl="1"/>
            <a:r>
              <a:rPr lang="en-IN" dirty="0"/>
              <a:t>Celsius / Fahrenheit</a:t>
            </a:r>
          </a:p>
          <a:p>
            <a:pPr lvl="1"/>
            <a:r>
              <a:rPr lang="en-IN" dirty="0"/>
              <a:t>kph / mph</a:t>
            </a:r>
          </a:p>
          <a:p>
            <a:pPr lvl="1"/>
            <a:r>
              <a:rPr lang="en-IN" dirty="0"/>
              <a:t>mb / inches</a:t>
            </a:r>
          </a:p>
          <a:p>
            <a:r>
              <a:rPr lang="en-IN" dirty="0"/>
              <a:t>Removed duplicate unit columns</a:t>
            </a:r>
          </a:p>
          <a:p>
            <a:r>
              <a:rPr lang="en-IN" dirty="0"/>
              <a:t>Retained standardized metric units</a:t>
            </a:r>
          </a:p>
          <a:p>
            <a:r>
              <a:rPr lang="en-IN" b="1" dirty="0"/>
              <a:t>After Cleaning:</a:t>
            </a:r>
            <a:endParaRPr lang="en-IN" dirty="0"/>
          </a:p>
          <a:p>
            <a:r>
              <a:rPr lang="en-IN" dirty="0"/>
              <a:t>Rows: </a:t>
            </a:r>
            <a:r>
              <a:rPr lang="en-IN" b="1" dirty="0"/>
              <a:t>122,576</a:t>
            </a:r>
            <a:endParaRPr lang="en-IN" dirty="0"/>
          </a:p>
          <a:p>
            <a:r>
              <a:rPr lang="en-IN" dirty="0"/>
              <a:t>Columns: </a:t>
            </a:r>
            <a:r>
              <a:rPr lang="en-IN" b="1" dirty="0"/>
              <a:t>40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22F927-D1D6-E76F-EB28-C5EF8B1F6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527" y="4924155"/>
            <a:ext cx="6315494" cy="19338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B9AEE4-01F3-9FB9-DBCD-97A2CFA34AD1}"/>
              </a:ext>
            </a:extLst>
          </p:cNvPr>
          <p:cNvSpPr txBox="1"/>
          <p:nvPr/>
        </p:nvSpPr>
        <p:spPr>
          <a:xfrm>
            <a:off x="856527" y="4461056"/>
            <a:ext cx="1203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Code :</a:t>
            </a:r>
          </a:p>
        </p:txBody>
      </p:sp>
    </p:spTree>
    <p:extLst>
      <p:ext uri="{BB962C8B-B14F-4D97-AF65-F5344CB8AC3E}">
        <p14:creationId xmlns:p14="http://schemas.microsoft.com/office/powerpoint/2010/main" val="3099487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9F9C5-5828-F8F7-EC3F-E2E6CAD16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8357"/>
            <a:ext cx="7886700" cy="1325563"/>
          </a:xfrm>
        </p:spPr>
        <p:txBody>
          <a:bodyPr/>
          <a:lstStyle/>
          <a:p>
            <a:r>
              <a:rPr lang="en-IN" b="1" u="sng" dirty="0"/>
              <a:t>7. Data Aggregation 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7BD15-83A8-1AA2-5F51-981717EFC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754" y="1334354"/>
            <a:ext cx="7886700" cy="3538588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Converted </a:t>
            </a:r>
            <a:r>
              <a:rPr lang="en-US" dirty="0" err="1"/>
              <a:t>last_updated</a:t>
            </a:r>
            <a:r>
              <a:rPr lang="en-US" dirty="0"/>
              <a:t> to datetime format</a:t>
            </a:r>
          </a:p>
          <a:p>
            <a:r>
              <a:rPr lang="en-US" dirty="0"/>
              <a:t>Extracted </a:t>
            </a:r>
            <a:r>
              <a:rPr lang="en-US" b="1" dirty="0"/>
              <a:t>year and month</a:t>
            </a:r>
            <a:r>
              <a:rPr lang="en-US" dirty="0"/>
              <a:t> features</a:t>
            </a:r>
          </a:p>
          <a:p>
            <a:r>
              <a:rPr lang="en-US" dirty="0"/>
              <a:t>Grouped data by:</a:t>
            </a:r>
          </a:p>
          <a:p>
            <a:pPr lvl="1"/>
            <a:r>
              <a:rPr lang="en-US" dirty="0"/>
              <a:t>Country</a:t>
            </a:r>
          </a:p>
          <a:p>
            <a:pPr lvl="1"/>
            <a:r>
              <a:rPr lang="en-US" dirty="0"/>
              <a:t>Location</a:t>
            </a:r>
          </a:p>
          <a:p>
            <a:pPr lvl="1"/>
            <a:r>
              <a:rPr lang="en-US" dirty="0"/>
              <a:t>Year</a:t>
            </a:r>
          </a:p>
          <a:p>
            <a:pPr lvl="1"/>
            <a:r>
              <a:rPr lang="en-US" dirty="0"/>
              <a:t>Month</a:t>
            </a:r>
          </a:p>
          <a:p>
            <a:r>
              <a:rPr lang="en-US" dirty="0"/>
              <a:t>Calculated monthly averages for:</a:t>
            </a:r>
          </a:p>
          <a:p>
            <a:pPr lvl="1"/>
            <a:r>
              <a:rPr lang="en-US" dirty="0"/>
              <a:t>Temperature</a:t>
            </a:r>
          </a:p>
          <a:p>
            <a:pPr lvl="1"/>
            <a:r>
              <a:rPr lang="en-US" dirty="0"/>
              <a:t>Humidity</a:t>
            </a:r>
          </a:p>
          <a:p>
            <a:pPr lvl="1"/>
            <a:r>
              <a:rPr lang="en-US" dirty="0"/>
              <a:t>Air Quality (PM2.5 &amp; PM10)</a:t>
            </a:r>
          </a:p>
          <a:p>
            <a:r>
              <a:rPr lang="en-US" b="1" dirty="0"/>
              <a:t>Monthly Aggregated Dataset:</a:t>
            </a:r>
            <a:endParaRPr lang="en-US" dirty="0"/>
          </a:p>
          <a:p>
            <a:r>
              <a:rPr lang="en-US" dirty="0"/>
              <a:t>Rows: </a:t>
            </a:r>
            <a:r>
              <a:rPr lang="en-US" b="1" dirty="0"/>
              <a:t>4,385</a:t>
            </a:r>
            <a:endParaRPr lang="en-US" dirty="0"/>
          </a:p>
          <a:p>
            <a:r>
              <a:rPr lang="en-US" dirty="0"/>
              <a:t>Columns: </a:t>
            </a:r>
            <a:r>
              <a:rPr lang="en-US" b="1" dirty="0"/>
              <a:t>8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CB7D1D-8724-AC93-7134-4809217C4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858" y="2156420"/>
            <a:ext cx="5134692" cy="141942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51DF52-21A3-DB55-E86C-BC20CC795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858" y="4238344"/>
            <a:ext cx="5134692" cy="2010056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48277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BA1D1-AAC1-E250-7557-0BF4456E7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8.Overall Summary – Milestone 1 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D73EC-5C11-C24C-22AD-21398631D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10" y="2184941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Verified strong data quality</a:t>
            </a:r>
          </a:p>
          <a:p>
            <a:r>
              <a:rPr lang="en-US" dirty="0"/>
              <a:t>Standardized measurement units</a:t>
            </a:r>
          </a:p>
          <a:p>
            <a:r>
              <a:rPr lang="en-US" dirty="0"/>
              <a:t>Extracted time-based features</a:t>
            </a:r>
          </a:p>
          <a:p>
            <a:r>
              <a:rPr lang="en-US" dirty="0"/>
              <a:t>Aggregated daily data into monthly summaries</a:t>
            </a:r>
          </a:p>
          <a:p>
            <a:r>
              <a:rPr lang="en-US" dirty="0"/>
              <a:t>Prepared structured datasets for visualization</a:t>
            </a:r>
          </a:p>
          <a:p>
            <a:r>
              <a:rPr lang="en-US" b="1" dirty="0"/>
              <a:t>Outcome:</a:t>
            </a:r>
            <a:r>
              <a:rPr lang="en-US" dirty="0"/>
              <a:t> Dataset is clean, consistent, and analysis-ready.</a:t>
            </a:r>
          </a:p>
        </p:txBody>
      </p:sp>
    </p:spTree>
    <p:extLst>
      <p:ext uri="{BB962C8B-B14F-4D97-AF65-F5344CB8AC3E}">
        <p14:creationId xmlns:p14="http://schemas.microsoft.com/office/powerpoint/2010/main" val="11843171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249</TotalTime>
  <Words>368</Words>
  <Application>Microsoft Office PowerPoint</Application>
  <PresentationFormat>On-screen Show (4:3)</PresentationFormat>
  <Paragraphs>75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Century Gothic</vt:lpstr>
      <vt:lpstr>Wingdings 3</vt:lpstr>
      <vt:lpstr>Ion</vt:lpstr>
      <vt:lpstr>1.ClimateScope: Visualizing Global Weather Trends and Extreme Events</vt:lpstr>
      <vt:lpstr>2.Project Objective:-</vt:lpstr>
      <vt:lpstr>3.Dataset Overview:-</vt:lpstr>
      <vt:lpstr>Code &amp; Output :</vt:lpstr>
      <vt:lpstr>4.Dataset Inspection:-</vt:lpstr>
      <vt:lpstr>Code and Output :-</vt:lpstr>
      <vt:lpstr>5.Data Quality Verification </vt:lpstr>
      <vt:lpstr>6.Data Cleaning  :-</vt:lpstr>
      <vt:lpstr>7. Data Aggregation :-</vt:lpstr>
      <vt:lpstr>8.Overall Summary – Milestone 1 :-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VENKAT THAPPETLA</cp:lastModifiedBy>
  <cp:revision>8</cp:revision>
  <dcterms:created xsi:type="dcterms:W3CDTF">2013-01-27T09:14:16Z</dcterms:created>
  <dcterms:modified xsi:type="dcterms:W3CDTF">2026-02-16T08:41:26Z</dcterms:modified>
  <cp:category/>
</cp:coreProperties>
</file>